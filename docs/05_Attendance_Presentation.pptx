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Aptos"/>
              </a:defRPr>
            </a:pPr>
            <a:r>
              <a:t>Student Attendance Lookup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28303C"/>
                </a:solidFill>
                <a:latin typeface="Aptos"/>
              </a:defRPr>
            </a:pPr>
            <a:r>
              <a:t>HTML • CSS • JavaScript • JSON •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F6E"/>
                </a:solidFill>
                <a:latin typeface="Aptos"/>
              </a:defRPr>
            </a:pPr>
            <a:r>
              <a:t>Project overview, technical workflow, testing, privacy and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E78"/>
                </a:solidFill>
                <a:latin typeface="Aptos"/>
              </a:defRPr>
            </a:pPr>
            <a:r>
              <a:t>Project documentation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• Static web attendance lookup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• Registration number + DOB form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• JSON record lookup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• Attendance percentage calculation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• Popup result and image handling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• Hosted using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784123"/>
                </a:solidFill>
                <a:latin typeface="Aptos"/>
              </a:defRPr>
            </a:pPr>
            <a:r>
              <a:t>Current status</a:t>
            </a:r>
          </a:p>
          <a:p>
            <a:pPr>
              <a:defRPr sz="2100" b="1">
                <a:solidFill>
                  <a:srgbClr val="784123"/>
                </a:solidFill>
                <a:latin typeface="Aptos"/>
              </a:defRPr>
            </a:pPr>
          </a:p>
          <a:p>
            <a:pPr>
              <a:defRPr sz="2100" b="1">
                <a:solidFill>
                  <a:srgbClr val="784123"/>
                </a:solidFill>
                <a:latin typeface="Aptos"/>
              </a:defRPr>
            </a:pPr>
            <a:r>
              <a:t>The owner reports that the deployed attendance lookup works. Edge cases still need systematic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2. Problem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Problem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Provide a simple browser-based way to look up an attendance summary from sample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Objectives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Validate input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Match a student record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Calculate percentage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Display result clearly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Support responsive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3.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2286000" cy="621792"/>
          </a:xfrm>
          <a:prstGeom prst="roundRect">
            <a:avLst/>
          </a:prstGeom>
          <a:solidFill>
            <a:srgbClr val="DC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45389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303C"/>
                </a:solidFill>
                <a:latin typeface="Aptos"/>
              </a:defRPr>
            </a:pPr>
            <a:r>
              <a:t>Form and page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286000" cy="621792"/>
          </a:xfrm>
          <a:prstGeom prst="roundRect">
            <a:avLst/>
          </a:prstGeom>
          <a:solidFill>
            <a:srgbClr val="DC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41401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303C"/>
                </a:solidFill>
                <a:latin typeface="Aptos"/>
              </a:defRPr>
            </a:pPr>
            <a:r>
              <a:t>Responsive layout, colours, buttons and popup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2286000" cy="621792"/>
          </a:xfrm>
          <a:prstGeom prst="roundRect">
            <a:avLst/>
          </a:prstGeom>
          <a:solidFill>
            <a:srgbClr val="DC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7413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303C"/>
                </a:solidFill>
                <a:latin typeface="Aptos"/>
              </a:defRPr>
            </a:pPr>
            <a:r>
              <a:t>Lookup, calculation, UI and browser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97680"/>
            <a:ext cx="2286000" cy="621792"/>
          </a:xfrm>
          <a:prstGeom prst="roundRect">
            <a:avLst/>
          </a:prstGeom>
          <a:solidFill>
            <a:srgbClr val="DC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33425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303C"/>
                </a:solidFill>
                <a:latin typeface="Aptos"/>
              </a:defRPr>
            </a:pPr>
            <a:r>
              <a:t>Static sample student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257800"/>
            <a:ext cx="2286000" cy="621792"/>
          </a:xfrm>
          <a:prstGeom prst="roundRect">
            <a:avLst/>
          </a:prstGeom>
          <a:solidFill>
            <a:srgbClr val="DC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GitHub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29437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303C"/>
                </a:solidFill>
                <a:latin typeface="Aptos"/>
              </a:defRPr>
            </a:pPr>
            <a:r>
              <a:t>Static website hosting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4. System Flow</a:t>
            </a:r>
          </a:p>
        </p:txBody>
      </p:sp>
      <p:pic>
        <p:nvPicPr>
          <p:cNvPr id="4" name="Picture 3" descr="Attendance_Syste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6098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5. Attendance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ptos"/>
              </a:defRPr>
            </a:pPr>
            <a:r>
              <a:t>Attendance % = (attended classes ÷ total classes) ×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The implementation should handle missing, non-numeric, and zero-total values safely. Stored percentages should be checked against the calculated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6. 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Attendance/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├── data/users.json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├── 404.html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├── index.html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├── scripts.js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├── styles.css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├── README.md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└── docs/README.md</a:t>
            </a: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</a:p>
          <a:p>
            <a:pPr>
              <a:defRPr sz="2100" b="0">
                <a:solidFill>
                  <a:srgbClr val="28303C"/>
                </a:solidFill>
                <a:latin typeface="Aptos"/>
              </a:defRPr>
            </a:pPr>
            <a:r>
              <a:t>Documentation diagrams and reports are prepared separately in the documentation pack.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7. Testing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Reported by owner: deployed site and attendance lookup work.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Suggested tests not independently verified: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Unknown registration / mismatched DOB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Missing inputs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0% and 100% attendance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Total classes = 0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Missing image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Mobile layout and regression after commits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8. Privacy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A public JSON file is readable by site visitors.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DOB-based client-side matching is not secure authentication.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The inspected HTML stores registration number and DOB in localStorage.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Use fictional sample records only in public repositories.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• Real records require a backend, server-side authorization and appropriate safeguards.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9. Future Upgrades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Phase 1 — calculation validation and clearer errors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Phase 2 — accessibility and responsive improvements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Phase 3 — reduce localStorage of identifiers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Phase 4 — automated tests and data schema validation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Phase 5 — secure backend/database if real data is required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Phase 6 — admin workflow, audit logging and access controls</a:t>
            </a: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These are proposals, not existing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ptos"/>
              </a:defRPr>
            </a:pPr>
            <a:r>
              <a:t>The project demonstrates a basic frontend workflow from form input to JSON lookup, attendance calculation and result display.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8303C"/>
                </a:solidFill>
                <a:latin typeface="Aptos"/>
              </a:defRPr>
            </a:pPr>
            <a:r>
              <a:t>Recommended next step: verify edge cases and ensure the public repository contains only fictional sample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470"/>
                </a:solidFill>
                <a:latin typeface="Aptos"/>
              </a:defRPr>
            </a:pPr>
            <a:r>
              <a:t>Repository: https://github.com/Loki1413/Attendance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